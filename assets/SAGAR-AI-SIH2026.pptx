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75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lakshyakeshwani/sih-2026-problem-statement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Freight Forecasting &amp; Optimized Vessel Chartering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Problem Statement ID: </a:t>
            </a:r>
            <a:r>
              <a:rPr lang="en-US" sz="1600" dirty="0">
                <a:solidFill>
                  <a:srgbClr val="222222"/>
                </a:solidFill>
              </a:rPr>
              <a:t>SIH26006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Problem Statement Title: </a:t>
            </a:r>
            <a:r>
              <a:rPr lang="en-US" sz="1600" dirty="0">
                <a:solidFill>
                  <a:srgbClr val="222222"/>
                </a:solidFill>
              </a:rPr>
              <a:t>Development of an Intelligent Freight Forecasting Model for Optimized Vessel Chartering and Bulk Cargo Procurement from Overseas to East Coast of India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Theme: </a:t>
            </a:r>
            <a:r>
              <a:rPr lang="en-US" sz="1600" dirty="0">
                <a:solidFill>
                  <a:srgbClr val="222222"/>
                </a:solidFill>
              </a:rPr>
              <a:t>Transportation &amp; Logistics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PS Category: </a:t>
            </a:r>
            <a:r>
              <a:rPr lang="en-US" sz="1600" dirty="0">
                <a:solidFill>
                  <a:srgbClr val="222222"/>
                </a:solidFill>
              </a:rPr>
              <a:t>Software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17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Team Name: </a:t>
            </a:r>
            <a:r>
              <a:rPr lang="en-US" sz="1600" dirty="0">
                <a:solidFill>
                  <a:srgbClr val="222222"/>
                </a:solidFill>
              </a:rPr>
              <a:t>TechVengers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035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SAGAR-AI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2A5A2B-1D3B-204B-DF4C-5802A8982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047522" y="3291840"/>
            <a:ext cx="3022558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SAGAR-AI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  <a:ln w="12700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3"/>
                </a:solidFill>
              </a:rPr>
              <a:t>TechVengers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Freight Forecasting &amp; Vessel Charter Optimization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1F3864"/>
                </a:solidFill>
              </a:rPr>
              <a:t>Proposed Solution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611880" cy="4114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892808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1892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5FA3"/>
                </a:solidFill>
              </a:rPr>
              <a:t>What the platform does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Forecasts Freight Rates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Selects Suitable Vessels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Considers Port Conditions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Minimizes Total Cost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What-If Simulation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Inventory Alerts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611880" cy="4114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0580" y="1892808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0580" y="1892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5FA3"/>
                </a:solidFill>
              </a:rPr>
              <a:t>How it addresses the problem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6032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Predicts freight rates to help plan vessel chartering in advance.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Selects the best vessel and route based on cargo, port and vessel constraints.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Accounts for port congestion and demurrage to reduce avoidable waiting costs.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Tests market changes such as fuel-price increases and port delays before making decisions.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611880" cy="4114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1060" y="1892808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1060" y="1892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5FA3"/>
                </a:solidFill>
              </a:rPr>
              <a:t>Innovation and Uniqueness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6032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Combines AI forecasting + optimization in one platform.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Looks at total logistics cost, not only vessel price.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Considers real-world vessel and port constraints.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Allows users to test market-shock scenarios before making decisions.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  <a:ln w="12700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3"/>
                </a:solidFill>
              </a:rPr>
              <a:t>TechVengers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Technologies Used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120640" cy="2331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Programming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Machine Learning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XGBoost, PyTorch, Scikit-learn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Forecasting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Time-Series / TFT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Google OR-Tools (MILP)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Dashboard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Streamlit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Visualization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Plotly / PyDeck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SQLite / PostgreSQL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FastAPI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852160" y="1097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How the System Works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1508760"/>
            <a:ext cx="1051560" cy="8229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52160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68312" y="1508760"/>
            <a:ext cx="1051560" cy="8229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68312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Data Preprocessing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&amp; Feature Engineering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19872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84464" y="1508760"/>
            <a:ext cx="1051560" cy="8229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84464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AI Freight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Forecasting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33602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500616" y="1508760"/>
            <a:ext cx="1051560" cy="8229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00616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Optimization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Engine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552176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716768" y="1508760"/>
            <a:ext cx="1051560" cy="8229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716768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2160" y="2606040"/>
            <a:ext cx="5852160" cy="3474720"/>
          </a:xfrm>
          <a:prstGeom prst="roundRect">
            <a:avLst>
              <a:gd name="adj" fmla="val 2105"/>
            </a:avLst>
          </a:prstGeom>
          <a:solidFill>
            <a:srgbClr val="F4F7FC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80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SAGAR-AI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3063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Intelligent freight forecasting &amp; vessel charter optimization for bulk cargo procurement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Freight forecast (30d)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₹53.5/unit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Recommended vessel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MV Ocean Star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91540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Recommended port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1540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Visakhapatnam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33272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Estimated total cost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10332720" y="3767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₹6.94 Cr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0807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</a:rPr>
              <a:t>Recommended Plan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45720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Vessel: MV Ocean Star (Panamax)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Port: Visakhapatnam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Cargo: 75 kt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Expected port wait: 1.2 days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Estimated total cost: ₹6.94 Cr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080760" y="56235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</a:rPr>
              <a:t>Illustrative recommendation using simulated data. Final system uses Google OR-Tools / MILP with trained forecasting models.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  <a:ln w="12700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3"/>
                </a:solidFill>
              </a:rPr>
              <a:t>TechVengers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3444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</a:rPr>
              <a:t>Why is this feasible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Open Technologies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Python, XGBoost, OR-Tools, Streamlit and PostgreSQL/SQLite can be used without paid software.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Public + Synthetic Data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Public maritime/freight data can be combined with calibrated synthetic operational data for the prototype.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Modular Architecture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Forecasting, optimization and dashboard modules can be developed and tested independently.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Prototype → Scalable System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The prototype architecture can later connect with authorized enterprise data 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123444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</a:rPr>
              <a:t>Challenges and How we handle them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92024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Limited Real-World Data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→ Use public datasets + clearly labelled synthetic operational data.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Freight Price Volatility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→ Show prediction uncertainty and market-shock scenarios.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Complex Optimization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→ Start with essential constraints and progressively add more.</a:t>
            </a:r>
            <a:endParaRPr lang="en-US" sz="1150" dirty="0"/>
          </a:p>
          <a:p>
            <a:pPr marL="0" indent="0">
              <a:buNone/>
            </a:pPr>
            <a:r>
              <a:rPr lang="en-US" sz="1150" b="1" u="sng" dirty="0">
                <a:solidFill>
                  <a:srgbClr val="222222"/>
                </a:solidFill>
              </a:rPr>
              <a:t>No Direct ERP Access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→ Use CSV/API interfaces for prototype integration.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  <a:ln w="12700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3"/>
                </a:solidFill>
              </a:rPr>
              <a:t>TechVengers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9377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1887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</a:rPr>
              <a:t>Who This Helps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Logistics Teams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Better vessel and route planning.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Steel Plants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More reliable raw-material procurement.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Procurement Teams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Better timing of vessel chartering.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Port Planners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Better coordination with port conditions.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58521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1887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5FA3"/>
                </a:solidFill>
              </a:rPr>
              <a:t>What Changes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2880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Better Planning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Forecast future freight conditions instead of relying only on current prices.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Cost Optimization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Compare charter, fuel and potential demurrage costs together.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Reduced Delays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Avoid scheduling vessels into highly congested situations.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Faster Decisions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What-If simulation allows rapid testing of changing conditions.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Scalability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</a:rPr>
              <a:t>The approach can potentially be adapted to other bulk commodities and ports.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  <a:ln w="12700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3"/>
                </a:solidFill>
              </a:rPr>
              <a:t>TechVengers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11880" cy="4206240"/>
          </a:xfrm>
          <a:prstGeom prst="rect">
            <a:avLst/>
          </a:prstGeom>
          <a:solidFill>
            <a:srgbClr val="D9E4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Problem &amp; Industry Research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Ministry of Steel, Government of India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SAIL / RINL reports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UNCTAD — Review of Maritime Transport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Baltic Exchange / Baltic Dry Index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11880" cy="4206240"/>
          </a:xfrm>
          <a:prstGeom prst="rect">
            <a:avLst/>
          </a:prstGeom>
          <a:solidFill>
            <a:srgbClr val="D9E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Data Sources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031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Historical freight / BDI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Fuel-price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Public maritime statistics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Port information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Public vessel information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Calibrated synthetic operational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611880" cy="4206240"/>
          </a:xfrm>
          <a:prstGeom prst="rect">
            <a:avLst/>
          </a:prstGeom>
          <a:solidFill>
            <a:srgbClr val="D9E4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Technical Research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0312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Google OR-Tools — Mixed-Integer Programming and optimization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Temporal Fusion Transformer (TFT) — Multi-horizon time-series forecasting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XGBoost — Scalable machine-learning based prediction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0" y="6519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Naagar</cp:lastModifiedBy>
  <cp:revision>2</cp:revision>
  <dcterms:created xsi:type="dcterms:W3CDTF">2026-09-15T15:49:49Z</dcterms:created>
  <dcterms:modified xsi:type="dcterms:W3CDTF">2026-09-15T16:15:29Z</dcterms:modified>
</cp:coreProperties>
</file>